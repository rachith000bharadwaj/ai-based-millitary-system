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AegisAI Platform</a:t>
            </a:r>
          </a:p>
          <a:p>
            <a:pPr>
              <a:spcBef>
                <a:spcPts val="1000"/>
              </a:spcBef>
              <a:defRPr sz="2200">
                <a:solidFill>
                  <a:srgbClr val="06B6D4"/>
                </a:solidFill>
              </a:defRPr>
            </a:pPr>
            <a:r>
              <a:t>Real-Time Border Threat Intelligence &amp; Decision Support System</a:t>
            </a:r>
          </a:p>
          <a:p>
            <a:pPr>
              <a:spcBef>
                <a:spcPts val="1500"/>
              </a:spcBef>
              <a:defRPr sz="1400">
                <a:solidFill>
                  <a:srgbClr val="94A3B8"/>
                </a:solidFill>
              </a:defRPr>
            </a:pPr>
            <a:r>
              <a:t>Integrated Computer Vision (YOLOv8), ML Threat Scoring (XGBoost) &amp; GIS Analytics</a:t>
            </a:r>
          </a:p>
          <a:p>
            <a:pPr>
              <a:spcBef>
                <a:spcPts val="3000"/>
              </a:spcBef>
              <a:defRPr sz="1400" b="1">
                <a:solidFill>
                  <a:srgbClr val="F8FAFC"/>
                </a:solidFill>
              </a:defRPr>
            </a:pPr>
            <a:r>
              <a:t>Presenters: Rachith Bharadwaj T N (Lead Architect) &amp; Ullas G M (Tactical Operations Lead)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AEGISAI DEFENSE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Problem Statement &amp; System 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01. Sensor Saturation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Modern border monitoring generates massive multi-modal streams (CCTV, radar, IR) that cause severe cognitive overload during critical threat response windows.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02. System Silos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Legacy surveillance tools operate in isolation. Visual object detectors do not calculate spatial risk scores or communicate automatically with tactical GIS maps.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03. Ethical &amp; Operational Risk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Automated kinetic systems risk severe false-positive actions. AegisAI enforces a strict 'Decision support, not decision making' advisory framework.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AEGISAI DEFENSE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Decoupled Architecture &amp;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Presentation Layer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Next.js 16 + React 19 + Tailwind CSS</a:t>
            </a:r>
            <a:br/>
            <a:r>
              <a:t>- Responsive Glassmorphism HUD</a:t>
            </a:r>
            <a:br/>
            <a:r>
              <a:t>- Turbopack Compilation</a:t>
            </a:r>
            <a:br/>
            <a:r>
              <a:t>- API Proxy Rewrites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Intelligence &amp; REST API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Python Flask Microservice</a:t>
            </a:r>
            <a:br/>
            <a:r>
              <a:t>- Ultralytics YOLOv8 Computer Vision</a:t>
            </a:r>
            <a:br/>
            <a:r>
              <a:t>- XGBoost Quantile Threat Engine</a:t>
            </a:r>
            <a:br/>
            <a:r>
              <a:t>- ReportLab PDF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Persistence &amp; Security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MongoDB 8.2 + JWT Security</a:t>
            </a:r>
            <a:br/>
            <a:r>
              <a:t>- 42ms Query Connection Pool</a:t>
            </a:r>
            <a:br/>
            <a:r>
              <a:t>- Bcrypt 12-round Hashing</a:t>
            </a:r>
            <a:br/>
            <a:r>
              <a:t>- Cryptographic Audit Trail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AEGISAI DEFENSE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Feature 1: Command Center Tactical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3891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Unified Threat Operations Workspace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Real-time threat status KPIs and active sector metrics.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24-hour threat outlook trend visualization.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Live detection alerts fed directly from ML pipeline.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Single-command execution via npm run dev (Concurrently).</a:t>
            </a:r>
          </a:p>
        </p:txBody>
      </p:sp>
      <p:pic>
        <p:nvPicPr>
          <p:cNvPr id="5" name="Picture 4" descr="1_aegis_tactical_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61264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AEGISAI DEFENSE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Feature 2: YOLOv8 Computer Vision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3891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Deep Learning Object Detection &amp; Taxonomy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Ultralytics YOLOv8 deep convolutional object detection.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Real-time bounding box extraction and confidence scoring.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Documented defense taxonomy proxy mapping.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Translates generic classes (truck, boat) into military units.</a:t>
            </a:r>
          </a:p>
        </p:txBody>
      </p:sp>
      <p:pic>
        <p:nvPicPr>
          <p:cNvPr id="5" name="Picture 4" descr="2_yolo_vision_eng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61264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AEGISAI DEFENSE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Feature 3: GIS Tactical Spatial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3891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Interactive Dark Satellite Spatial Analytics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React Leaflet dark basemap spatial integration.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Exponential severity radius calculation (R_severity).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Real-time patrol unit markers and AO tracking.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Interactive threat sector risk heatmaps.</a:t>
            </a:r>
          </a:p>
        </p:txBody>
      </p:sp>
      <p:pic>
        <p:nvPicPr>
          <p:cNvPr id="5" name="Picture 4" descr="3_gis_tactical_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61264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AEGISAI DEFENSE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Feature 4: AegisAI Generative Decision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3891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Contextual Intelligence Assistant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Active decision-support chat interface.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Automatic injection of live telemetry &amp; threat scores.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Auditable response logging and query tracking.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Graceful local fallback during network disconnects.</a:t>
            </a:r>
          </a:p>
        </p:txBody>
      </p:sp>
      <p:pic>
        <p:nvPicPr>
          <p:cNvPr id="5" name="Picture 4" descr="4_assistant_intelligence_hu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61264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AEGISAI DEFENSE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Feature 5: Role-Based Security &amp; Audit Trail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3891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Cryptographic Security Gateway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HMAC-SHA256 JWT authentication &amp; bcrypt hashing.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RBAC Role Matrix: Admin (Rachith), Commander (Ullas), Analyst.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Cryptographic audit log trail stored in MongoDB.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Protection against JWT forgery &amp; path traversal attacks.</a:t>
            </a:r>
          </a:p>
        </p:txBody>
      </p:sp>
      <p:pic>
        <p:nvPicPr>
          <p:cNvPr id="5" name="Picture 4" descr="5_security_audit_lo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61264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AEGISAI DEFENSE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Experimental Evaluation &amp; Performance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132 / 132 E2E Tests Passed (100%)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✓ Health &amp; Subsystems: 7/7 PASSED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✓ Registration Security: 13/13 PASSED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✓ RBAC Role Boundaries: 12/12 PASSED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✓ Auth Gateway Defense: 16/16 PASSED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✓ ML Threat Scoring: 30/30 PASSED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✓ Upload Security &amp; Magic Bytes: 10/10 PASSED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✓ GIS Data Hub Analytics: 21/21 PASSED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✓ ReportLab PDF Stream: 9/9 PASSED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✓ Decision Assistant Engine: 4/4 PASSED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</a:defRPr>
            </a:pPr>
            <a:r>
              <a:t>✓ Concurrency &amp; Burst Load: 10/10 PASSED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Empirical Latency &amp; Throughput Metrics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MongoDB Query Latency: 42 ms (Target: &lt; 100 ms)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YOLOv8 Frame Inference: 38 ms (Target: &lt; 100 ms)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XGBoost Threat Scoring: 4.2 ms (Target: &lt; 20 ms)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Next.js Turbopack Build: 4.5 s (Target: &lt; 15 s)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40-Request Burst Throughput: 0.20 s (Target: &lt; 1.0 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AEGISAI DEFENSE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Conclusion &amp; Operational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1832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6B6D4"/>
                </a:solidFill>
              </a:defRPr>
            </a:pPr>
            <a:r>
              <a:t>Summary of Platform Deliverables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✔ Fully Operational Defense Intelligence Workspace: Fuses vision, ML scoring, GIS, and AI assistant.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✔ Verified Security &amp; Zero Defect Grade: 132/132 automated tests passed with 0 failures.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✔ Single-Command Deployment: npm run dev starts frontend and backend concurrently in one terminal.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✔ Advisory Paradigm: Empowers defense commanders with real-time situational awareness.</a:t>
            </a:r>
          </a:p>
          <a:p>
            <a:pPr algn="ctr">
              <a:spcBef>
                <a:spcPts val="2500"/>
              </a:spcBef>
              <a:defRPr sz="1800" b="1">
                <a:solidFill>
                  <a:srgbClr val="06B6D4"/>
                </a:solidFill>
              </a:defRPr>
            </a:pPr>
            <a:r>
              <a:t>Thank You! Questions &amp;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